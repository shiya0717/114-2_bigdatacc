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FE5086-F5BF-7D62-AA88-C179E04F4A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A045DF3-1817-FFF4-6712-572E7DC78D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D4408C0-6719-490D-3AB6-4C66AEFB3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AEE68-CE7A-4564-A281-C82A8CD51342}" type="datetimeFigureOut">
              <a:rPr lang="zh-TW" altLang="en-US" smtClean="0"/>
              <a:t>2026/6/28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C84B1E8-4C82-EEE7-085F-FF5B543DE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41AD400-8E59-9014-C4DF-9B35B8373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EBFB4-18B7-4167-A1BA-14F3DA9BCA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87804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73E772-046D-AE53-A7B8-154DC946B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5260095-E54E-5CF1-36CC-C4BEC0062A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F143B15-88DF-FF0E-208A-DFF8D13D5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AEE68-CE7A-4564-A281-C82A8CD51342}" type="datetimeFigureOut">
              <a:rPr lang="zh-TW" altLang="en-US" smtClean="0"/>
              <a:t>2026/6/28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FC65150-1308-138B-9D25-9D2F43CD8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A5023C2-A067-89C8-4F69-01FFB5942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EBFB4-18B7-4167-A1BA-14F3DA9BCA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3482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646585-B152-8956-9D61-390D881AC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083453E-7974-BB56-B2A0-509193902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1DF9AE0-2013-4C86-02BB-DDB7B10DF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AEE68-CE7A-4564-A281-C82A8CD51342}" type="datetimeFigureOut">
              <a:rPr lang="zh-TW" altLang="en-US" smtClean="0"/>
              <a:t>2026/6/28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834E138-227B-97C7-E1B2-927DDD2BE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B52E75-4AE2-281C-8BB3-E68F8E2B0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EBFB4-18B7-4167-A1BA-14F3DA9BCA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2418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C00B74-9206-37DD-7E79-52BB19BAC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0637AD6-9233-CC92-2C01-BB222EFEAA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CA2A954-50A9-4096-3D2C-547DFD6D44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0807A9B-9B50-F4B0-CA06-618D98E76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AEE68-CE7A-4564-A281-C82A8CD51342}" type="datetimeFigureOut">
              <a:rPr lang="zh-TW" altLang="en-US" smtClean="0"/>
              <a:t>2026/6/28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2A764B4-0F23-8F7F-0E1D-2D270BDA1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3DF2939-8FAB-7CAD-4FFB-D694A0F32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EBFB4-18B7-4167-A1BA-14F3DA9BCA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5425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DD2264-327C-1B16-A98A-617080B0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AD7F348-E008-49F4-30B1-FC18F82A0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BAA4D9E-1341-2DB0-5078-055C35F284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4A7A06E-9D34-16A8-5E88-55D20F0E13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9A58D95-D5BC-4E55-AECD-64DD158BFF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3F21BDA-8BFA-479E-A855-D809F6FC2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AEE68-CE7A-4564-A281-C82A8CD51342}" type="datetimeFigureOut">
              <a:rPr lang="zh-TW" altLang="en-US" smtClean="0"/>
              <a:t>2026/6/28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066581C-4129-6248-3A00-01C7B39C4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1DB1AA32-3D15-4579-141C-9A97B7AAC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EBFB4-18B7-4167-A1BA-14F3DA9BCA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9757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42F4A3-2B0C-C786-A34D-B37FDF1C0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6444642-8A33-09FD-62C9-C4D0060BAA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AEE68-CE7A-4564-A281-C82A8CD51342}" type="datetimeFigureOut">
              <a:rPr lang="zh-TW" altLang="en-US" smtClean="0"/>
              <a:t>2026/6/28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B368DF7-064C-3BEF-8DCA-448B31BA2D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370CDBE-54FF-44BC-B5D6-2444CC3A4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EBFB4-18B7-4167-A1BA-14F3DA9BCA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2573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85F2AB4-5D85-ACC0-4F12-F61060174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AEE68-CE7A-4564-A281-C82A8CD51342}" type="datetimeFigureOut">
              <a:rPr lang="zh-TW" altLang="en-US" smtClean="0"/>
              <a:t>2026/6/28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DEC7C47-AD3D-94ED-6DBD-4B306E814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811919A-5E8D-2C72-C94B-052C10282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EBFB4-18B7-4167-A1BA-14F3DA9BCA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4222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F72633-272E-6E85-718A-81CDF14AE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8A084D4-944F-5B8D-ADB3-1F23FF644E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A616F37-77DD-1877-8E57-54CD6C84F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9BC56A7-0FCA-6E06-91BB-CAD278E34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AEE68-CE7A-4564-A281-C82A8CD51342}" type="datetimeFigureOut">
              <a:rPr lang="zh-TW" altLang="en-US" smtClean="0"/>
              <a:t>2026/6/28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4AB3EED-BF86-B876-4C21-9644F7578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6C59C2D-9DA9-5E15-FAE6-9F5644F22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EBFB4-18B7-4167-A1BA-14F3DA9BCA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71407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1DFBB5-9D63-8DA6-792A-55BC646F6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AAFB872-C704-1C23-7DCA-A04BD50ABD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B9EC064-7C7A-F575-D2CE-6CC7FAAC82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0D20E89-E3D7-8B73-F1FC-B28C2AFE3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AEE68-CE7A-4564-A281-C82A8CD51342}" type="datetimeFigureOut">
              <a:rPr lang="zh-TW" altLang="en-US" smtClean="0"/>
              <a:t>2026/6/28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6C7F9DD-0792-F4C3-820E-4CCA73B52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A5E9E57-382A-9E36-9832-06A7A3C57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EBFB4-18B7-4167-A1BA-14F3DA9BCA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1563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91E73E-EFA6-8AFE-FC31-C1CB474AE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5BCCBB6-FBDD-27CA-B794-8426724DFB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A5AA450-F451-5420-CF63-DE74BC7E9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AEE68-CE7A-4564-A281-C82A8CD51342}" type="datetimeFigureOut">
              <a:rPr lang="zh-TW" altLang="en-US" smtClean="0"/>
              <a:t>2026/6/28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DC387A3-A899-EF80-28B1-02D48DD0D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396CE0B-EBAA-DD50-FBD4-1A1E8C308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EBFB4-18B7-4167-A1BA-14F3DA9BCA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0839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1D03F9DD-CC51-3380-07C6-2D3B6A1065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9485905-FEAA-57CE-B66F-CD26545A09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4D1175F-F24B-4413-5EA6-C502A5227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AEE68-CE7A-4564-A281-C82A8CD51342}" type="datetimeFigureOut">
              <a:rPr lang="zh-TW" altLang="en-US" smtClean="0"/>
              <a:t>2026/6/28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7C51B57-5DDB-4F77-341C-A9E7BE9F0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92A44ED-D362-264F-40A7-2683A983D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EBFB4-18B7-4167-A1BA-14F3DA9BCA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5411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D167590-70A6-C0C3-FC66-B23448E89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DC77E98-6595-DD72-9689-EFC95CAA7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FED783C-C66A-E062-3E10-7C4E3EC144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FAEE68-CE7A-4564-A281-C82A8CD51342}" type="datetimeFigureOut">
              <a:rPr lang="zh-TW" altLang="en-US" smtClean="0"/>
              <a:t>2026/6/28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74D8C9D-3054-B0CB-705F-E954175EF8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85F783F-FEDC-D85F-9ACF-5FE60F7A19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EBFB4-18B7-4167-A1BA-14F3DA9BCAF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5516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6CC42A6A-EABE-87A5-7025-8F07055DF1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832" y="0"/>
            <a:ext cx="71183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845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詩雅 徐</dc:creator>
  <cp:lastModifiedBy>詩雅 徐</cp:lastModifiedBy>
  <cp:revision>1</cp:revision>
  <dcterms:created xsi:type="dcterms:W3CDTF">2026-06-28T12:21:45Z</dcterms:created>
  <dcterms:modified xsi:type="dcterms:W3CDTF">2026-06-28T12:21:45Z</dcterms:modified>
</cp:coreProperties>
</file>